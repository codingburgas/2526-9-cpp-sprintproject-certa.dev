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9"/>
  </p:notesMasterIdLst>
  <p:sldIdLst>
    <p:sldId id="267" r:id="rId3"/>
    <p:sldId id="256" r:id="rId4"/>
    <p:sldId id="257" r:id="rId5"/>
    <p:sldId id="260" r:id="rId6"/>
    <p:sldId id="268" r:id="rId7"/>
    <p:sldId id="263" r:id="rId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F1F"/>
    <a:srgbClr val="AE1A19"/>
    <a:srgbClr val="292A2B"/>
    <a:srgbClr val="6C6C6E"/>
    <a:srgbClr val="090909"/>
    <a:srgbClr val="111111"/>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2" d="100"/>
          <a:sy n="102" d="100"/>
        </p:scale>
        <p:origin x="1080"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630F7-FF33-46AC-9838-A650F706B1F3}"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FE771-7E63-46AC-A28E-69CEB9760DBD}" type="slidenum">
              <a:rPr lang="en-US" smtClean="0"/>
              <a:t>‹#›</a:t>
            </a:fld>
            <a:endParaRPr lang="en-US"/>
          </a:p>
        </p:txBody>
      </p:sp>
    </p:spTree>
    <p:extLst>
      <p:ext uri="{BB962C8B-B14F-4D97-AF65-F5344CB8AC3E}">
        <p14:creationId xmlns:p14="http://schemas.microsoft.com/office/powerpoint/2010/main" val="1540398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AFE771-7E63-46AC-A28E-69CEB9760DBD}" type="slidenum">
              <a:rPr lang="en-US" smtClean="0"/>
              <a:t>1</a:t>
            </a:fld>
            <a:endParaRPr lang="en-US"/>
          </a:p>
        </p:txBody>
      </p:sp>
    </p:spTree>
    <p:extLst>
      <p:ext uri="{BB962C8B-B14F-4D97-AF65-F5344CB8AC3E}">
        <p14:creationId xmlns:p14="http://schemas.microsoft.com/office/powerpoint/2010/main" val="3853149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AFE771-7E63-46AC-A28E-69CEB9760DBD}" type="slidenum">
              <a:rPr lang="en-US" smtClean="0"/>
              <a:t>2</a:t>
            </a:fld>
            <a:endParaRPr lang="en-US"/>
          </a:p>
        </p:txBody>
      </p:sp>
    </p:spTree>
    <p:extLst>
      <p:ext uri="{BB962C8B-B14F-4D97-AF65-F5344CB8AC3E}">
        <p14:creationId xmlns:p14="http://schemas.microsoft.com/office/powerpoint/2010/main" val="826359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B872F-7828-B89D-1371-ADF876AE0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7951E-B9C5-D583-E138-EA2A7FEF9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161EB-8341-1AE3-4398-22A10067B8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E840E-D1D7-C5D6-B324-5117E709EFF5}"/>
              </a:ext>
            </a:extLst>
          </p:cNvPr>
          <p:cNvSpPr>
            <a:spLocks noGrp="1"/>
          </p:cNvSpPr>
          <p:nvPr>
            <p:ph type="sldNum" sz="quarter" idx="5"/>
          </p:nvPr>
        </p:nvSpPr>
        <p:spPr/>
        <p:txBody>
          <a:bodyPr/>
          <a:lstStyle/>
          <a:p>
            <a:fld id="{DEAFE771-7E63-46AC-A28E-69CEB9760DBD}" type="slidenum">
              <a:rPr lang="en-US" smtClean="0"/>
              <a:t>5</a:t>
            </a:fld>
            <a:endParaRPr lang="en-US"/>
          </a:p>
        </p:txBody>
      </p:sp>
    </p:spTree>
    <p:extLst>
      <p:ext uri="{BB962C8B-B14F-4D97-AF65-F5344CB8AC3E}">
        <p14:creationId xmlns:p14="http://schemas.microsoft.com/office/powerpoint/2010/main" val="8777589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s://bit.ly/3A1uf1Q"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2" name="Google Shape;9;p2"/>
          <p:cNvGrpSpPr/>
          <p:nvPr/>
        </p:nvGrpSpPr>
        <p:grpSpPr>
          <a:xfrm>
            <a:off x="0" y="0"/>
            <a:ext cx="9143640" cy="5143320"/>
            <a:chOff x="0" y="0"/>
            <a:chExt cx="9143640" cy="5143320"/>
          </a:xfrm>
        </p:grpSpPr>
        <p:pic>
          <p:nvPicPr>
            <p:cNvPr id="3" name="Google Shape;10;p2"/>
            <p:cNvPicPr/>
            <p:nvPr/>
          </p:nvPicPr>
          <p:blipFill>
            <a:blip r:embed="rId2"/>
            <a:stretch/>
          </p:blipFill>
          <p:spPr>
            <a:xfrm>
              <a:off x="0" y="0"/>
              <a:ext cx="9143640" cy="5143320"/>
            </a:xfrm>
            <a:prstGeom prst="rect">
              <a:avLst/>
            </a:prstGeom>
            <a:noFill/>
            <a:ln w="0">
              <a:noFill/>
            </a:ln>
          </p:spPr>
        </p:pic>
        <p:pic>
          <p:nvPicPr>
            <p:cNvPr id="4" name="Google Shape;11;p2"/>
            <p:cNvPicPr/>
            <p:nvPr/>
          </p:nvPicPr>
          <p:blipFill>
            <a:blip r:embed="rId3">
              <a:alphaModFix amt="90000"/>
            </a:blip>
            <a:srcRect t="50703" b="16016"/>
            <a:stretch/>
          </p:blipFill>
          <p:spPr>
            <a:xfrm>
              <a:off x="0" y="3432240"/>
              <a:ext cx="9143640" cy="1711080"/>
            </a:xfrm>
            <a:prstGeom prst="rect">
              <a:avLst/>
            </a:prstGeom>
            <a:noFill/>
            <a:ln w="0">
              <a:noFill/>
            </a:ln>
          </p:spPr>
        </p:pic>
      </p:grpSp>
      <p:sp>
        <p:nvSpPr>
          <p:cNvPr id="5" name="PlaceHolder 1"/>
          <p:cNvSpPr>
            <a:spLocks noGrp="1"/>
          </p:cNvSpPr>
          <p:nvPr>
            <p:ph type="title"/>
          </p:nvPr>
        </p:nvSpPr>
        <p:spPr>
          <a:xfrm>
            <a:off x="228600" y="187920"/>
            <a:ext cx="4198320" cy="120744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9_1_1_1_1">
    <p:bg>
      <p:bgPr>
        <a:solidFill>
          <a:schemeClr val="lt1"/>
        </a:solidFill>
        <a:effectLst/>
      </p:bgPr>
    </p:bg>
    <p:spTree>
      <p:nvGrpSpPr>
        <p:cNvPr id="1" name=""/>
        <p:cNvGrpSpPr/>
        <p:nvPr/>
      </p:nvGrpSpPr>
      <p:grpSpPr>
        <a:xfrm>
          <a:off x="0" y="0"/>
          <a:ext cx="0" cy="0"/>
          <a:chOff x="0" y="0"/>
          <a:chExt cx="0" cy="0"/>
        </a:xfrm>
      </p:grpSpPr>
      <p:grpSp>
        <p:nvGrpSpPr>
          <p:cNvPr id="7" name="Google Shape;77;p14"/>
          <p:cNvGrpSpPr/>
          <p:nvPr/>
        </p:nvGrpSpPr>
        <p:grpSpPr>
          <a:xfrm>
            <a:off x="0" y="0"/>
            <a:ext cx="9143640" cy="5143320"/>
            <a:chOff x="0" y="0"/>
            <a:chExt cx="9143640" cy="5143320"/>
          </a:xfrm>
        </p:grpSpPr>
        <p:pic>
          <p:nvPicPr>
            <p:cNvPr id="8" name="Google Shape;78;p14"/>
            <p:cNvPicPr/>
            <p:nvPr/>
          </p:nvPicPr>
          <p:blipFill>
            <a:blip r:embed="rId2"/>
            <a:stretch/>
          </p:blipFill>
          <p:spPr>
            <a:xfrm>
              <a:off x="0" y="0"/>
              <a:ext cx="9143640" cy="5143320"/>
            </a:xfrm>
            <a:prstGeom prst="rect">
              <a:avLst/>
            </a:prstGeom>
            <a:noFill/>
            <a:ln w="0">
              <a:noFill/>
            </a:ln>
          </p:spPr>
        </p:pic>
        <p:pic>
          <p:nvPicPr>
            <p:cNvPr id="9" name="Google Shape;79;p14"/>
            <p:cNvPicPr/>
            <p:nvPr/>
          </p:nvPicPr>
          <p:blipFill>
            <a:blip r:embed="rId3">
              <a:alphaModFix amt="90000"/>
            </a:blip>
            <a:srcRect l="69704" r="7852"/>
            <a:stretch/>
          </p:blipFill>
          <p:spPr>
            <a:xfrm>
              <a:off x="7092720" y="0"/>
              <a:ext cx="2050920" cy="5143320"/>
            </a:xfrm>
            <a:prstGeom prst="rect">
              <a:avLst/>
            </a:prstGeom>
            <a:noFill/>
            <a:ln w="0">
              <a:noFill/>
            </a:ln>
          </p:spPr>
        </p:pic>
      </p:grpSp>
      <p:sp>
        <p:nvSpPr>
          <p:cNvPr id="10" name="PlaceHolder 1"/>
          <p:cNvSpPr>
            <a:spLocks noGrp="1"/>
          </p:cNvSpPr>
          <p:nvPr>
            <p:ph type="title"/>
          </p:nvPr>
        </p:nvSpPr>
        <p:spPr>
          <a:xfrm>
            <a:off x="228600" y="3773880"/>
            <a:ext cx="3719520" cy="117108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1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2" name="Google Shape;83;p15"/>
          <p:cNvPicPr/>
          <p:nvPr/>
        </p:nvPicPr>
        <p:blipFill>
          <a:blip r:embed="rId2"/>
          <a:stretch/>
        </p:blipFill>
        <p:spPr>
          <a:xfrm>
            <a:off x="0" y="0"/>
            <a:ext cx="9143640" cy="5143320"/>
          </a:xfrm>
          <a:prstGeom prst="rect">
            <a:avLst/>
          </a:prstGeom>
          <a:noFill/>
          <a:ln w="0">
            <a:noFill/>
          </a:ln>
        </p:spPr>
      </p:pic>
      <p:sp>
        <p:nvSpPr>
          <p:cNvPr id="13" name="PlaceHolder 1"/>
          <p:cNvSpPr>
            <a:spLocks noGrp="1"/>
          </p:cNvSpPr>
          <p:nvPr>
            <p:ph type="title"/>
          </p:nvPr>
        </p:nvSpPr>
        <p:spPr>
          <a:xfrm>
            <a:off x="228600" y="3776400"/>
            <a:ext cx="3719520" cy="117108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14" name="PlaceHolder 2"/>
          <p:cNvSpPr>
            <a:spLocks noGrp="1"/>
          </p:cNvSpPr>
          <p:nvPr>
            <p:ph type="body"/>
          </p:nvPr>
        </p:nvSpPr>
        <p:spPr>
          <a:xfrm>
            <a:off x="1476000" y="343080"/>
            <a:ext cx="1855800" cy="275724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_ONLY_1_1">
    <p:bg>
      <p:bgPr>
        <a:solidFill>
          <a:schemeClr val="lt1"/>
        </a:solidFill>
        <a:effectLst/>
      </p:bgPr>
    </p:bg>
    <p:spTree>
      <p:nvGrpSpPr>
        <p:cNvPr id="1" name=""/>
        <p:cNvGrpSpPr/>
        <p:nvPr/>
      </p:nvGrpSpPr>
      <p:grpSpPr>
        <a:xfrm>
          <a:off x="0" y="0"/>
          <a:ext cx="0" cy="0"/>
          <a:chOff x="0" y="0"/>
          <a:chExt cx="0" cy="0"/>
        </a:xfrm>
      </p:grpSpPr>
      <p:pic>
        <p:nvPicPr>
          <p:cNvPr id="15" name="Google Shape;117;p19"/>
          <p:cNvPicPr/>
          <p:nvPr/>
        </p:nvPicPr>
        <p:blipFill>
          <a:blip r:embed="rId2"/>
          <a:stretch/>
        </p:blipFill>
        <p:spPr>
          <a:xfrm>
            <a:off x="0" y="0"/>
            <a:ext cx="9143640" cy="5143320"/>
          </a:xfrm>
          <a:prstGeom prst="rect">
            <a:avLst/>
          </a:prstGeom>
          <a:noFill/>
          <a:ln w="0">
            <a:noFill/>
          </a:ln>
        </p:spPr>
      </p:pic>
      <p:sp>
        <p:nvSpPr>
          <p:cNvPr id="16" name="PlaceHolder 1"/>
          <p:cNvSpPr>
            <a:spLocks noGrp="1"/>
          </p:cNvSpPr>
          <p:nvPr>
            <p:ph type="title"/>
          </p:nvPr>
        </p:nvSpPr>
        <p:spPr>
          <a:xfrm>
            <a:off x="228600" y="210240"/>
            <a:ext cx="8686440" cy="57240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18" name="Google Shape;120;p20"/>
          <p:cNvGrpSpPr/>
          <p:nvPr/>
        </p:nvGrpSpPr>
        <p:grpSpPr>
          <a:xfrm>
            <a:off x="0" y="0"/>
            <a:ext cx="9143640" cy="5143680"/>
            <a:chOff x="0" y="0"/>
            <a:chExt cx="9143640" cy="5143680"/>
          </a:xfrm>
        </p:grpSpPr>
        <p:pic>
          <p:nvPicPr>
            <p:cNvPr id="19" name="Google Shape;121;p20"/>
            <p:cNvPicPr/>
            <p:nvPr/>
          </p:nvPicPr>
          <p:blipFill>
            <a:blip r:embed="rId2"/>
            <a:stretch/>
          </p:blipFill>
          <p:spPr>
            <a:xfrm>
              <a:off x="0" y="0"/>
              <a:ext cx="9143640" cy="5143320"/>
            </a:xfrm>
            <a:prstGeom prst="rect">
              <a:avLst/>
            </a:prstGeom>
            <a:noFill/>
            <a:ln w="0">
              <a:noFill/>
            </a:ln>
          </p:spPr>
        </p:pic>
        <p:pic>
          <p:nvPicPr>
            <p:cNvPr id="20" name="Google Shape;122;p20"/>
            <p:cNvPicPr/>
            <p:nvPr/>
          </p:nvPicPr>
          <p:blipFill>
            <a:blip r:embed="rId3"/>
            <a:srcRect t="5295" b="53139"/>
            <a:stretch/>
          </p:blipFill>
          <p:spPr>
            <a:xfrm rot="10800000" flipH="1">
              <a:off x="0" y="3006000"/>
              <a:ext cx="9143640" cy="2137320"/>
            </a:xfrm>
            <a:prstGeom prst="rect">
              <a:avLst/>
            </a:prstGeom>
            <a:noFill/>
            <a:ln w="0">
              <a:noFill/>
            </a:ln>
          </p:spPr>
        </p:pic>
      </p:grpSp>
      <p:sp>
        <p:nvSpPr>
          <p:cNvPr id="21" name="PlaceHolder 1"/>
          <p:cNvSpPr>
            <a:spLocks noGrp="1"/>
          </p:cNvSpPr>
          <p:nvPr>
            <p:ph type="title"/>
          </p:nvPr>
        </p:nvSpPr>
        <p:spPr>
          <a:xfrm>
            <a:off x="228600" y="192960"/>
            <a:ext cx="3733920" cy="117108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22" name="Google Shape;125;p20"/>
          <p:cNvSpPr/>
          <p:nvPr/>
        </p:nvSpPr>
        <p:spPr>
          <a:xfrm>
            <a:off x="2715840" y="4358880"/>
            <a:ext cx="37339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b">
            <a:noAutofit/>
          </a:bodyPr>
          <a:lstStyle/>
          <a:p>
            <a:pPr algn="ctr" defTabSz="914400">
              <a:lnSpc>
                <a:spcPct val="100000"/>
              </a:lnSpc>
              <a:spcBef>
                <a:spcPts val="300"/>
              </a:spcBef>
              <a:tabLst>
                <a:tab pos="0" algn="l"/>
              </a:tabLst>
            </a:pPr>
            <a:r>
              <a:rPr lang="en" sz="1000" b="1" u="none" strike="noStrike">
                <a:solidFill>
                  <a:schemeClr val="dk1"/>
                </a:solidFill>
                <a:effectLst/>
                <a:uFillTx/>
                <a:latin typeface="Inter Tight"/>
                <a:ea typeface="Inter Tight"/>
              </a:rPr>
              <a:t>CREDITS:</a:t>
            </a:r>
            <a:r>
              <a:rPr lang="en" sz="1000" b="0" u="none" strike="noStrike">
                <a:solidFill>
                  <a:schemeClr val="dk1"/>
                </a:solidFill>
                <a:effectLst/>
                <a:uFillTx/>
                <a:latin typeface="Inter Tight"/>
                <a:ea typeface="Inter Tight"/>
              </a:rPr>
              <a:t> This presentation template was created by </a:t>
            </a:r>
            <a:r>
              <a:rPr lang="en" sz="1000" b="1" u="sng" strike="noStrike">
                <a:solidFill>
                  <a:schemeClr val="hlink"/>
                </a:solidFill>
                <a:effectLst/>
                <a:uFillTx/>
                <a:latin typeface="Inter Tight"/>
                <a:ea typeface="Inter Tight"/>
                <a:hlinkClick r:id="rId4"/>
              </a:rPr>
              <a:t>Slidesgo</a:t>
            </a:r>
            <a:r>
              <a:rPr lang="en" sz="1000" b="0" u="none" strike="noStrike">
                <a:solidFill>
                  <a:schemeClr val="dk1"/>
                </a:solidFill>
                <a:effectLst/>
                <a:uFillTx/>
                <a:latin typeface="Inter Tight"/>
                <a:ea typeface="Inter Tight"/>
              </a:rPr>
              <a:t>, and includes icons, infographics &amp; images by </a:t>
            </a:r>
            <a:r>
              <a:rPr lang="en" sz="1000" b="1" u="sng" strike="noStrike">
                <a:solidFill>
                  <a:schemeClr val="dk1"/>
                </a:solidFill>
                <a:effectLst/>
                <a:uFillTx/>
                <a:latin typeface="Inter Tight"/>
                <a:ea typeface="Inter Tight"/>
                <a:hlinkClick r:id="rId5"/>
              </a:rPr>
              <a:t>Freepik</a:t>
            </a:r>
            <a:r>
              <a:rPr lang="en" sz="1000" b="0" u="sng" strike="noStrike">
                <a:solidFill>
                  <a:schemeClr val="dk1"/>
                </a:solidFill>
                <a:effectLst/>
                <a:uFillTx/>
                <a:latin typeface="Inter Tight"/>
                <a:ea typeface="Inter Tight"/>
              </a:rPr>
              <a:t> </a:t>
            </a:r>
            <a:endParaRPr lang="en-US" sz="1000" b="0" u="none" strike="noStrike">
              <a:solidFill>
                <a:srgbClr val="FFFFFF"/>
              </a:solidFill>
              <a:effectLst/>
              <a:uFillTx/>
              <a:latin typeface="OpenSymbo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tiff"/><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tiff"/><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C448D17-0930-410A-7F88-FAFF2EF6C547}"/>
              </a:ext>
              <a:ext uri="{C183D7F6-B498-43B3-948B-1728B52AA6E4}">
                <adec:decorative xmlns:adec="http://schemas.microsoft.com/office/drawing/2017/decorative" val="1"/>
              </a:ext>
            </a:extLst>
          </p:cNvPr>
          <p:cNvPicPr>
            <a:picLocks noChangeAspect="1"/>
          </p:cNvPicPr>
          <p:nvPr/>
        </p:nvPicPr>
        <p:blipFill rotWithShape="1">
          <a:blip r:embed="rId3" cstate="screen">
            <a:alphaModFix amt="10000"/>
            <a:extLst>
              <a:ext uri="{28A0092B-C50C-407E-A947-70E740481C1C}">
                <a14:useLocalDpi xmlns:a14="http://schemas.microsoft.com/office/drawing/2010/main"/>
              </a:ext>
            </a:extLst>
          </a:blip>
          <a:srcRect/>
          <a:stretch/>
        </p:blipFill>
        <p:spPr>
          <a:xfrm rot="213553">
            <a:off x="-262109" y="-333400"/>
            <a:ext cx="10869754" cy="6113479"/>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pic>
        <p:nvPicPr>
          <p:cNvPr id="4" name="Picture 3">
            <a:extLst>
              <a:ext uri="{FF2B5EF4-FFF2-40B4-BE49-F238E27FC236}">
                <a16:creationId xmlns:a16="http://schemas.microsoft.com/office/drawing/2014/main" id="{4F7D13B0-F1FE-6721-7A61-927969E71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8593" y="270189"/>
            <a:ext cx="4686813" cy="4603121"/>
          </a:xfrm>
          <a:prstGeom prst="rect">
            <a:avLst/>
          </a:prstGeom>
        </p:spPr>
      </p:pic>
    </p:spTree>
    <p:extLst>
      <p:ext uri="{BB962C8B-B14F-4D97-AF65-F5344CB8AC3E}">
        <p14:creationId xmlns:p14="http://schemas.microsoft.com/office/powerpoint/2010/main" val="39148623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8">
            <a:extLst>
              <a:ext uri="{FF2B5EF4-FFF2-40B4-BE49-F238E27FC236}">
                <a16:creationId xmlns:a16="http://schemas.microsoft.com/office/drawing/2014/main" id="{7841E4FC-4EC4-6C96-5916-63EDF8312E70}"/>
              </a:ext>
              <a:ext uri="{C183D7F6-B498-43B3-948B-1728B52AA6E4}">
                <adec:decorative xmlns:adec="http://schemas.microsoft.com/office/drawing/2017/decorative" val="1"/>
              </a:ext>
            </a:extLst>
          </p:cNvPr>
          <p:cNvPicPr>
            <a:picLocks noChangeAspect="1"/>
          </p:cNvPicPr>
          <p:nvPr/>
        </p:nvPicPr>
        <p:blipFill rotWithShape="1">
          <a:blip r:embed="rId3" cstate="screen">
            <a:alphaModFix amt="10000"/>
            <a:extLst>
              <a:ext uri="{28A0092B-C50C-407E-A947-70E740481C1C}">
                <a14:useLocalDpi xmlns:a14="http://schemas.microsoft.com/office/drawing/2010/main"/>
              </a:ext>
            </a:extLst>
          </a:blip>
          <a:srcRect/>
          <a:stretch/>
        </p:blipFill>
        <p:spPr>
          <a:xfrm rot="21406199">
            <a:off x="-1420296" y="-632769"/>
            <a:ext cx="10860641" cy="6108353"/>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sp>
        <p:nvSpPr>
          <p:cNvPr id="7" name="TextBox 6">
            <a:extLst>
              <a:ext uri="{FF2B5EF4-FFF2-40B4-BE49-F238E27FC236}">
                <a16:creationId xmlns:a16="http://schemas.microsoft.com/office/drawing/2014/main" id="{2877185E-1ED4-5A71-03BF-0D8872994FF7}"/>
              </a:ext>
            </a:extLst>
          </p:cNvPr>
          <p:cNvSpPr txBox="1"/>
          <p:nvPr/>
        </p:nvSpPr>
        <p:spPr>
          <a:xfrm>
            <a:off x="2766782" y="2962964"/>
            <a:ext cx="3610428" cy="384721"/>
          </a:xfrm>
          <a:prstGeom prst="rect">
            <a:avLst/>
          </a:prstGeom>
          <a:noFill/>
        </p:spPr>
        <p:txBody>
          <a:bodyPr wrap="square" rtlCol="0">
            <a:spAutoFit/>
          </a:bodyPr>
          <a:lstStyle/>
          <a:p>
            <a:pPr algn="ctr"/>
            <a:r>
              <a:rPr lang="en-US" sz="1900">
                <a:solidFill>
                  <a:srgbClr val="D71F1F"/>
                </a:solidFill>
                <a:latin typeface="Yu Gothic UI" panose="020B0500000000000000" pitchFamily="34" charset="-128"/>
                <a:ea typeface="Yu Gothic UI" panose="020B0500000000000000" pitchFamily="34" charset="-128"/>
              </a:rPr>
              <a:t>Cinema platform</a:t>
            </a:r>
          </a:p>
        </p:txBody>
      </p:sp>
      <p:pic>
        <p:nvPicPr>
          <p:cNvPr id="17" name="Picture 16">
            <a:extLst>
              <a:ext uri="{FF2B5EF4-FFF2-40B4-BE49-F238E27FC236}">
                <a16:creationId xmlns:a16="http://schemas.microsoft.com/office/drawing/2014/main" id="{923FFF5D-7D6C-9291-9D57-825B81024F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2784" y="665756"/>
            <a:ext cx="2058425" cy="2021668"/>
          </a:xfrm>
          <a:prstGeom prst="rect">
            <a:avLst/>
          </a:prstGeom>
        </p:spPr>
      </p:pic>
      <p:sp>
        <p:nvSpPr>
          <p:cNvPr id="18" name="TextBox 17">
            <a:extLst>
              <a:ext uri="{FF2B5EF4-FFF2-40B4-BE49-F238E27FC236}">
                <a16:creationId xmlns:a16="http://schemas.microsoft.com/office/drawing/2014/main" id="{CB6CBBC0-2741-6F9C-E155-662AE635D859}"/>
              </a:ext>
            </a:extLst>
          </p:cNvPr>
          <p:cNvSpPr txBox="1"/>
          <p:nvPr/>
        </p:nvSpPr>
        <p:spPr>
          <a:xfrm>
            <a:off x="3339291" y="2421408"/>
            <a:ext cx="2465412" cy="646331"/>
          </a:xfrm>
          <a:prstGeom prst="rect">
            <a:avLst/>
          </a:prstGeom>
          <a:noFill/>
        </p:spPr>
        <p:txBody>
          <a:bodyPr wrap="square" rtlCol="0">
            <a:spAutoFit/>
          </a:bodyPr>
          <a:lstStyle/>
          <a:p>
            <a:pPr algn="ctr"/>
            <a:r>
              <a:rPr lang="en-US" sz="3600" b="1"/>
              <a:t>Certa</a:t>
            </a:r>
            <a:r>
              <a:rPr lang="en-US" sz="3600" b="1">
                <a:solidFill>
                  <a:srgbClr val="AE1A19"/>
                </a:solidFill>
              </a:rPr>
              <a:t>.dev</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Picture Placeholder 8">
            <a:extLst>
              <a:ext uri="{FF2B5EF4-FFF2-40B4-BE49-F238E27FC236}">
                <a16:creationId xmlns:a16="http://schemas.microsoft.com/office/drawing/2014/main" id="{3530CBA6-AB42-DC89-7D87-E653B0EFD3F6}"/>
              </a:ext>
              <a:ext uri="{C183D7F6-B498-43B3-948B-1728B52AA6E4}">
                <adec:decorative xmlns:adec="http://schemas.microsoft.com/office/drawing/2017/decorative" val="1"/>
              </a:ext>
            </a:extLst>
          </p:cNvPr>
          <p:cNvPicPr>
            <a:picLocks noChangeAspect="1"/>
          </p:cNvPicPr>
          <p:nvPr/>
        </p:nvPicPr>
        <p:blipFill rotWithShape="1">
          <a:blip r:embed="rId2" cstate="screen">
            <a:alphaModFix amt="10000"/>
            <a:extLst>
              <a:ext uri="{28A0092B-C50C-407E-A947-70E740481C1C}">
                <a14:useLocalDpi xmlns:a14="http://schemas.microsoft.com/office/drawing/2010/main"/>
              </a:ext>
            </a:extLst>
          </a:blip>
          <a:srcRect/>
          <a:stretch/>
        </p:blipFill>
        <p:spPr>
          <a:xfrm rot="21301638">
            <a:off x="-4697741" y="-1145612"/>
            <a:ext cx="14636356" cy="8231928"/>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sp>
        <p:nvSpPr>
          <p:cNvPr id="27" name="PlaceHolder 1"/>
          <p:cNvSpPr>
            <a:spLocks noGrp="1"/>
          </p:cNvSpPr>
          <p:nvPr>
            <p:ph type="title"/>
          </p:nvPr>
        </p:nvSpPr>
        <p:spPr>
          <a:xfrm>
            <a:off x="2654038" y="233018"/>
            <a:ext cx="3607883" cy="850854"/>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3600" u="none" strike="noStrike">
                <a:solidFill>
                  <a:schemeClr val="accent3"/>
                </a:solidFill>
                <a:effectLst>
                  <a:outerShdw blurRad="38100" dist="38100" dir="2700000" algn="tl">
                    <a:srgbClr val="000000">
                      <a:alpha val="43137"/>
                    </a:srgbClr>
                  </a:outerShdw>
                </a:effectLst>
                <a:uFillTx/>
                <a:latin typeface="Yu Gothic UI" panose="020B0500000000000000" pitchFamily="34" charset="-128"/>
                <a:ea typeface="Yu Gothic UI" panose="020B0500000000000000" pitchFamily="34" charset="-128"/>
              </a:rPr>
              <a:t>INTRODUCTION</a:t>
            </a:r>
            <a:endParaRPr lang="fr-FR" sz="3600" u="none" strike="noStrike">
              <a:solidFill>
                <a:schemeClr val="accent3"/>
              </a:solidFill>
              <a:effectLst>
                <a:outerShdw blurRad="38100" dist="38100" dir="2700000" algn="tl">
                  <a:srgbClr val="000000">
                    <a:alpha val="43137"/>
                  </a:srgbClr>
                </a:outerShdw>
              </a:effectLst>
              <a:uFillTx/>
              <a:latin typeface="Yu Gothic UI" panose="020B0500000000000000" pitchFamily="34" charset="-128"/>
              <a:ea typeface="Yu Gothic UI" panose="020B0500000000000000" pitchFamily="34" charset="-128"/>
            </a:endParaRPr>
          </a:p>
        </p:txBody>
      </p:sp>
      <p:sp>
        <p:nvSpPr>
          <p:cNvPr id="138" name="Rectangle 137">
            <a:extLst>
              <a:ext uri="{FF2B5EF4-FFF2-40B4-BE49-F238E27FC236}">
                <a16:creationId xmlns:a16="http://schemas.microsoft.com/office/drawing/2014/main" id="{31C0F518-0B98-1DCB-5D3A-77789E74F127}"/>
              </a:ext>
            </a:extLst>
          </p:cNvPr>
          <p:cNvSpPr/>
          <p:nvPr/>
        </p:nvSpPr>
        <p:spPr>
          <a:xfrm>
            <a:off x="5089941" y="1262321"/>
            <a:ext cx="145389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A2FAEA3-F4BA-935C-B709-077F252D2A77}"/>
              </a:ext>
            </a:extLst>
          </p:cNvPr>
          <p:cNvSpPr/>
          <p:nvPr/>
        </p:nvSpPr>
        <p:spPr>
          <a:xfrm>
            <a:off x="5089941" y="3096605"/>
            <a:ext cx="145389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C34ED8C7-6850-2EC1-D216-5CEFAE8BA214}"/>
              </a:ext>
            </a:extLst>
          </p:cNvPr>
          <p:cNvSpPr/>
          <p:nvPr/>
        </p:nvSpPr>
        <p:spPr>
          <a:xfrm>
            <a:off x="1172082" y="1262321"/>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2E5EB0AC-D0E6-18C8-7AC0-5E8ABA03FDB7}"/>
              </a:ext>
            </a:extLst>
          </p:cNvPr>
          <p:cNvSpPr/>
          <p:nvPr/>
        </p:nvSpPr>
        <p:spPr>
          <a:xfrm>
            <a:off x="1172082" y="3096605"/>
            <a:ext cx="145389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DFF88D7B-2543-DE70-5B8D-FFE79FD73819}"/>
              </a:ext>
            </a:extLst>
          </p:cNvPr>
          <p:cNvSpPr/>
          <p:nvPr/>
        </p:nvSpPr>
        <p:spPr>
          <a:xfrm>
            <a:off x="5156587" y="1340045"/>
            <a:ext cx="1300379" cy="1298448"/>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BDD4942-17B0-5E70-0CAF-C370C5007FFA}"/>
              </a:ext>
            </a:extLst>
          </p:cNvPr>
          <p:cNvSpPr/>
          <p:nvPr/>
        </p:nvSpPr>
        <p:spPr>
          <a:xfrm>
            <a:off x="1248839" y="1355315"/>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EBB21EBA-CA97-FE97-90C6-524C8105BA20}"/>
              </a:ext>
            </a:extLst>
          </p:cNvPr>
          <p:cNvSpPr/>
          <p:nvPr/>
        </p:nvSpPr>
        <p:spPr>
          <a:xfrm>
            <a:off x="5166697" y="3167104"/>
            <a:ext cx="1300379" cy="1298448"/>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BD3CE36F-2122-377F-A594-662714DDAD20}"/>
              </a:ext>
            </a:extLst>
          </p:cNvPr>
          <p:cNvSpPr/>
          <p:nvPr/>
        </p:nvSpPr>
        <p:spPr>
          <a:xfrm>
            <a:off x="1248836" y="3188500"/>
            <a:ext cx="1300379" cy="1267908"/>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 name="Picture 145">
            <a:extLst>
              <a:ext uri="{FF2B5EF4-FFF2-40B4-BE49-F238E27FC236}">
                <a16:creationId xmlns:a16="http://schemas.microsoft.com/office/drawing/2014/main" id="{B01F4317-4DDC-6072-213A-F808FAB9274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156587" y="1330901"/>
            <a:ext cx="1280160" cy="1280160"/>
          </a:xfrm>
          <a:prstGeom prst="ellipse">
            <a:avLst/>
          </a:prstGeom>
        </p:spPr>
      </p:pic>
      <p:sp>
        <p:nvSpPr>
          <p:cNvPr id="148" name="Freeform 20">
            <a:extLst>
              <a:ext uri="{FF2B5EF4-FFF2-40B4-BE49-F238E27FC236}">
                <a16:creationId xmlns:a16="http://schemas.microsoft.com/office/drawing/2014/main" id="{07648134-F3A6-57BB-6BCC-4B53C35B42B4}"/>
              </a:ext>
            </a:extLst>
          </p:cNvPr>
          <p:cNvSpPr/>
          <p:nvPr/>
        </p:nvSpPr>
        <p:spPr>
          <a:xfrm>
            <a:off x="1256180" y="3167104"/>
            <a:ext cx="1280160" cy="1280160"/>
          </a:xfrm>
          <a:custGeom>
            <a:avLst/>
            <a:gdLst/>
            <a:ahLst/>
            <a:cxnLst/>
            <a:rect l="l" t="t" r="r" b="b"/>
            <a:pathLst>
              <a:path w="6295390" h="6295390">
                <a:moveTo>
                  <a:pt x="0" y="0"/>
                </a:moveTo>
                <a:lnTo>
                  <a:pt x="6295390" y="0"/>
                </a:lnTo>
                <a:lnTo>
                  <a:pt x="6295390" y="6295390"/>
                </a:lnTo>
                <a:lnTo>
                  <a:pt x="0" y="6295390"/>
                </a:lnTo>
                <a:close/>
              </a:path>
            </a:pathLst>
          </a:custGeom>
          <a:blipFill>
            <a:blip r:embed="rId4"/>
            <a:stretch>
              <a:fillRect l="-15972" t="-4427" r="-7238" b="-6393"/>
            </a:stretch>
          </a:blipFill>
        </p:spPr>
        <p:txBody>
          <a:bodyPr/>
          <a:lstStyle/>
          <a:p>
            <a:endParaRPr lang="en-US"/>
          </a:p>
        </p:txBody>
      </p:sp>
      <p:sp>
        <p:nvSpPr>
          <p:cNvPr id="149" name="Freeform 36">
            <a:extLst>
              <a:ext uri="{FF2B5EF4-FFF2-40B4-BE49-F238E27FC236}">
                <a16:creationId xmlns:a16="http://schemas.microsoft.com/office/drawing/2014/main" id="{D07E07C2-BBEA-41AF-F82D-444B1EE36921}"/>
              </a:ext>
            </a:extLst>
          </p:cNvPr>
          <p:cNvSpPr/>
          <p:nvPr/>
        </p:nvSpPr>
        <p:spPr>
          <a:xfrm>
            <a:off x="5186916" y="3176248"/>
            <a:ext cx="1280160" cy="1280160"/>
          </a:xfrm>
          <a:custGeom>
            <a:avLst/>
            <a:gdLst/>
            <a:ahLst/>
            <a:cxnLst/>
            <a:rect l="l" t="t" r="r" b="b"/>
            <a:pathLst>
              <a:path w="6295390" h="6295390">
                <a:moveTo>
                  <a:pt x="0" y="0"/>
                </a:moveTo>
                <a:lnTo>
                  <a:pt x="6295390" y="0"/>
                </a:lnTo>
                <a:lnTo>
                  <a:pt x="6295390" y="6295390"/>
                </a:lnTo>
                <a:lnTo>
                  <a:pt x="0" y="6295390"/>
                </a:lnTo>
                <a:close/>
              </a:path>
            </a:pathLst>
          </a:custGeom>
          <a:blipFill>
            <a:blip r:embed="rId5"/>
            <a:stretch>
              <a:fillRect l="-31266" t="-21545" r="-15697" b="-8338"/>
            </a:stretch>
          </a:blipFill>
        </p:spPr>
        <p:txBody>
          <a:bodyPr/>
          <a:lstStyle/>
          <a:p>
            <a:endParaRPr lang="en-US"/>
          </a:p>
        </p:txBody>
      </p:sp>
      <p:sp>
        <p:nvSpPr>
          <p:cNvPr id="150" name="Freeform 28">
            <a:extLst>
              <a:ext uri="{FF2B5EF4-FFF2-40B4-BE49-F238E27FC236}">
                <a16:creationId xmlns:a16="http://schemas.microsoft.com/office/drawing/2014/main" id="{4DB0E988-3332-E794-7AD1-7A109FB391DB}"/>
              </a:ext>
            </a:extLst>
          </p:cNvPr>
          <p:cNvSpPr/>
          <p:nvPr/>
        </p:nvSpPr>
        <p:spPr>
          <a:xfrm>
            <a:off x="1286812" y="1397121"/>
            <a:ext cx="1218896" cy="1218896"/>
          </a:xfrm>
          <a:custGeom>
            <a:avLst/>
            <a:gdLst/>
            <a:ahLst/>
            <a:cxnLst/>
            <a:rect l="l" t="t" r="r" b="b"/>
            <a:pathLst>
              <a:path w="6295390" h="6295390">
                <a:moveTo>
                  <a:pt x="0" y="0"/>
                </a:moveTo>
                <a:lnTo>
                  <a:pt x="6295390" y="0"/>
                </a:lnTo>
                <a:lnTo>
                  <a:pt x="6295390" y="6295390"/>
                </a:lnTo>
                <a:lnTo>
                  <a:pt x="0" y="6295390"/>
                </a:lnTo>
                <a:close/>
              </a:path>
            </a:pathLst>
          </a:custGeom>
          <a:blipFill>
            <a:blip r:embed="rId6"/>
            <a:stretch>
              <a:fillRect l="-19533" t="-8425" b="-1006"/>
            </a:stretch>
          </a:blipFill>
        </p:spPr>
        <p:txBody>
          <a:bodyPr/>
          <a:lstStyle/>
          <a:p>
            <a:endParaRPr lang="en-US"/>
          </a:p>
        </p:txBody>
      </p:sp>
      <p:sp>
        <p:nvSpPr>
          <p:cNvPr id="153" name="TextBox 152">
            <a:extLst>
              <a:ext uri="{FF2B5EF4-FFF2-40B4-BE49-F238E27FC236}">
                <a16:creationId xmlns:a16="http://schemas.microsoft.com/office/drawing/2014/main" id="{0215E800-319A-643B-39E1-A85308978705}"/>
              </a:ext>
            </a:extLst>
          </p:cNvPr>
          <p:cNvSpPr txBox="1"/>
          <p:nvPr/>
        </p:nvSpPr>
        <p:spPr>
          <a:xfrm>
            <a:off x="6620593" y="1221945"/>
            <a:ext cx="1747904" cy="707886"/>
          </a:xfrm>
          <a:prstGeom prst="rect">
            <a:avLst/>
          </a:prstGeom>
          <a:noFill/>
        </p:spPr>
        <p:txBody>
          <a:bodyPr wrap="square">
            <a:spAutoFit/>
          </a:bodyPr>
          <a:lstStyle/>
          <a:p>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Vsevolod</a:t>
            </a:r>
            <a:r>
              <a:rPr lang="en-US" b="1">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 </a:t>
            </a:r>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Bolotov</a:t>
            </a:r>
          </a:p>
        </p:txBody>
      </p:sp>
      <p:sp>
        <p:nvSpPr>
          <p:cNvPr id="155" name="TextBox 154">
            <a:extLst>
              <a:ext uri="{FF2B5EF4-FFF2-40B4-BE49-F238E27FC236}">
                <a16:creationId xmlns:a16="http://schemas.microsoft.com/office/drawing/2014/main" id="{DCAFC0B7-A99B-559C-AEEC-AF25C7379373}"/>
              </a:ext>
            </a:extLst>
          </p:cNvPr>
          <p:cNvSpPr txBox="1"/>
          <p:nvPr/>
        </p:nvSpPr>
        <p:spPr>
          <a:xfrm>
            <a:off x="6620593" y="2029511"/>
            <a:ext cx="2018582" cy="646331"/>
          </a:xfrm>
          <a:prstGeom prst="rect">
            <a:avLst/>
          </a:prstGeom>
          <a:noFill/>
        </p:spPr>
        <p:txBody>
          <a:bodyPr wrap="square">
            <a:spAutoFit/>
          </a:bodyPr>
          <a:lstStyle/>
          <a:p>
            <a:r>
              <a:rPr lang="en-US">
                <a:solidFill>
                  <a:srgbClr val="AE1A19"/>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Back-end developer</a:t>
            </a:r>
          </a:p>
        </p:txBody>
      </p:sp>
      <p:sp>
        <p:nvSpPr>
          <p:cNvPr id="156" name="TextBox 155">
            <a:extLst>
              <a:ext uri="{FF2B5EF4-FFF2-40B4-BE49-F238E27FC236}">
                <a16:creationId xmlns:a16="http://schemas.microsoft.com/office/drawing/2014/main" id="{3615B6B0-2F72-FAF4-D629-145DE5A1DD34}"/>
              </a:ext>
            </a:extLst>
          </p:cNvPr>
          <p:cNvSpPr txBox="1"/>
          <p:nvPr/>
        </p:nvSpPr>
        <p:spPr>
          <a:xfrm>
            <a:off x="2710076" y="3056834"/>
            <a:ext cx="1747904" cy="707886"/>
          </a:xfrm>
          <a:prstGeom prst="rect">
            <a:avLst/>
          </a:prstGeom>
          <a:noFill/>
        </p:spPr>
        <p:txBody>
          <a:bodyPr wrap="square">
            <a:spAutoFit/>
          </a:bodyPr>
          <a:lstStyle/>
          <a:p>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Georgi</a:t>
            </a:r>
            <a:r>
              <a:rPr lang="en-US">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 </a:t>
            </a:r>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Georgiev</a:t>
            </a:r>
          </a:p>
        </p:txBody>
      </p:sp>
      <p:sp>
        <p:nvSpPr>
          <p:cNvPr id="157" name="TextBox 156">
            <a:extLst>
              <a:ext uri="{FF2B5EF4-FFF2-40B4-BE49-F238E27FC236}">
                <a16:creationId xmlns:a16="http://schemas.microsoft.com/office/drawing/2014/main" id="{99E4253D-E199-6BF3-4A36-B5B51443BE78}"/>
              </a:ext>
            </a:extLst>
          </p:cNvPr>
          <p:cNvSpPr txBox="1"/>
          <p:nvPr/>
        </p:nvSpPr>
        <p:spPr>
          <a:xfrm>
            <a:off x="2702734" y="3904170"/>
            <a:ext cx="2040716" cy="646331"/>
          </a:xfrm>
          <a:prstGeom prst="rect">
            <a:avLst/>
          </a:prstGeom>
          <a:noFill/>
        </p:spPr>
        <p:txBody>
          <a:bodyPr wrap="square">
            <a:spAutoFit/>
          </a:bodyPr>
          <a:lstStyle/>
          <a:p>
            <a:r>
              <a:rPr lang="en-US">
                <a:solidFill>
                  <a:srgbClr val="AE1A19"/>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Back-end developer</a:t>
            </a:r>
          </a:p>
        </p:txBody>
      </p:sp>
      <p:sp>
        <p:nvSpPr>
          <p:cNvPr id="158" name="TextBox 157">
            <a:extLst>
              <a:ext uri="{FF2B5EF4-FFF2-40B4-BE49-F238E27FC236}">
                <a16:creationId xmlns:a16="http://schemas.microsoft.com/office/drawing/2014/main" id="{C66A575A-2E13-CF25-4051-77AF6E8E3826}"/>
              </a:ext>
            </a:extLst>
          </p:cNvPr>
          <p:cNvSpPr txBox="1"/>
          <p:nvPr/>
        </p:nvSpPr>
        <p:spPr>
          <a:xfrm>
            <a:off x="2697194" y="1221946"/>
            <a:ext cx="1599865" cy="707886"/>
          </a:xfrm>
          <a:prstGeom prst="rect">
            <a:avLst/>
          </a:prstGeom>
          <a:noFill/>
        </p:spPr>
        <p:txBody>
          <a:bodyPr wrap="square">
            <a:spAutoFit/>
          </a:bodyPr>
          <a:lstStyle/>
          <a:p>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Denislav Dimov</a:t>
            </a:r>
            <a:endParaRPr lang="en-US" sz="2000" b="1">
              <a:latin typeface="Yu Gothic UI" panose="020B0500000000000000" pitchFamily="34" charset="-128"/>
              <a:ea typeface="Yu Gothic UI" panose="020B0500000000000000" pitchFamily="34" charset="-128"/>
            </a:endParaRPr>
          </a:p>
        </p:txBody>
      </p:sp>
      <p:sp>
        <p:nvSpPr>
          <p:cNvPr id="159" name="TextBox 158">
            <a:extLst>
              <a:ext uri="{FF2B5EF4-FFF2-40B4-BE49-F238E27FC236}">
                <a16:creationId xmlns:a16="http://schemas.microsoft.com/office/drawing/2014/main" id="{360FADC0-C297-7FCF-8B01-5ACBD1922E6D}"/>
              </a:ext>
            </a:extLst>
          </p:cNvPr>
          <p:cNvSpPr txBox="1"/>
          <p:nvPr/>
        </p:nvSpPr>
        <p:spPr>
          <a:xfrm>
            <a:off x="2697194" y="2069886"/>
            <a:ext cx="1356025" cy="646331"/>
          </a:xfrm>
          <a:prstGeom prst="rect">
            <a:avLst/>
          </a:prstGeom>
          <a:noFill/>
        </p:spPr>
        <p:txBody>
          <a:bodyPr wrap="square">
            <a:spAutoFit/>
          </a:bodyPr>
          <a:lstStyle/>
          <a:p>
            <a:r>
              <a:rPr lang="en-US">
                <a:solidFill>
                  <a:srgbClr val="AE1A19"/>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Scrum master</a:t>
            </a:r>
          </a:p>
        </p:txBody>
      </p:sp>
      <p:sp>
        <p:nvSpPr>
          <p:cNvPr id="162" name="TextBox 161">
            <a:extLst>
              <a:ext uri="{FF2B5EF4-FFF2-40B4-BE49-F238E27FC236}">
                <a16:creationId xmlns:a16="http://schemas.microsoft.com/office/drawing/2014/main" id="{B47385C2-2F38-CCD7-1F89-EEABED478F46}"/>
              </a:ext>
            </a:extLst>
          </p:cNvPr>
          <p:cNvSpPr txBox="1"/>
          <p:nvPr/>
        </p:nvSpPr>
        <p:spPr>
          <a:xfrm>
            <a:off x="6671540" y="3056834"/>
            <a:ext cx="1453894" cy="707886"/>
          </a:xfrm>
          <a:prstGeom prst="rect">
            <a:avLst/>
          </a:prstGeom>
          <a:noFill/>
        </p:spPr>
        <p:txBody>
          <a:bodyPr wrap="square">
            <a:spAutoFit/>
          </a:bodyPr>
          <a:lstStyle/>
          <a:p>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Dimitar</a:t>
            </a:r>
            <a:r>
              <a:rPr lang="en-US">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 </a:t>
            </a:r>
            <a:r>
              <a:rPr lang="en-US" sz="2000" b="1">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Rusev</a:t>
            </a:r>
          </a:p>
        </p:txBody>
      </p:sp>
      <p:sp>
        <p:nvSpPr>
          <p:cNvPr id="163" name="TextBox 162">
            <a:extLst>
              <a:ext uri="{FF2B5EF4-FFF2-40B4-BE49-F238E27FC236}">
                <a16:creationId xmlns:a16="http://schemas.microsoft.com/office/drawing/2014/main" id="{46DB9428-2667-4D61-5403-4D3609145D35}"/>
              </a:ext>
            </a:extLst>
          </p:cNvPr>
          <p:cNvSpPr txBox="1"/>
          <p:nvPr/>
        </p:nvSpPr>
        <p:spPr>
          <a:xfrm>
            <a:off x="6671540" y="3904170"/>
            <a:ext cx="2138478" cy="646331"/>
          </a:xfrm>
          <a:prstGeom prst="rect">
            <a:avLst/>
          </a:prstGeom>
          <a:noFill/>
        </p:spPr>
        <p:txBody>
          <a:bodyPr wrap="square">
            <a:spAutoFit/>
          </a:bodyPr>
          <a:lstStyle/>
          <a:p>
            <a:r>
              <a:rPr lang="en-US">
                <a:solidFill>
                  <a:srgbClr val="AE1A19"/>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cs typeface="+mj-cs"/>
              </a:rPr>
              <a:t>Front-end developer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8">
            <a:extLst>
              <a:ext uri="{FF2B5EF4-FFF2-40B4-BE49-F238E27FC236}">
                <a16:creationId xmlns:a16="http://schemas.microsoft.com/office/drawing/2014/main" id="{5A31E5CE-E6FA-AC8C-AC46-C26447FFF478}"/>
              </a:ext>
              <a:ext uri="{C183D7F6-B498-43B3-948B-1728B52AA6E4}">
                <adec:decorative xmlns:adec="http://schemas.microsoft.com/office/drawing/2017/decorative" val="1"/>
              </a:ext>
            </a:extLst>
          </p:cNvPr>
          <p:cNvPicPr>
            <a:picLocks noChangeAspect="1"/>
          </p:cNvPicPr>
          <p:nvPr/>
        </p:nvPicPr>
        <p:blipFill rotWithShape="1">
          <a:blip r:embed="rId2" cstate="screen">
            <a:alphaModFix amt="10000"/>
            <a:extLst>
              <a:ext uri="{28A0092B-C50C-407E-A947-70E740481C1C}">
                <a14:useLocalDpi xmlns:a14="http://schemas.microsoft.com/office/drawing/2010/main"/>
              </a:ext>
            </a:extLst>
          </a:blip>
          <a:srcRect/>
          <a:stretch/>
        </p:blipFill>
        <p:spPr>
          <a:xfrm rot="268957">
            <a:off x="-1456716" y="-1321279"/>
            <a:ext cx="13085828" cy="7359865"/>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sp>
        <p:nvSpPr>
          <p:cNvPr id="5" name="Title 4">
            <a:extLst>
              <a:ext uri="{FF2B5EF4-FFF2-40B4-BE49-F238E27FC236}">
                <a16:creationId xmlns:a16="http://schemas.microsoft.com/office/drawing/2014/main" id="{196AD3A1-34F6-B629-D625-7D9D63F7061B}"/>
              </a:ext>
            </a:extLst>
          </p:cNvPr>
          <p:cNvSpPr>
            <a:spLocks noGrp="1"/>
          </p:cNvSpPr>
          <p:nvPr>
            <p:ph type="title"/>
          </p:nvPr>
        </p:nvSpPr>
        <p:spPr>
          <a:xfrm>
            <a:off x="438150" y="409575"/>
            <a:ext cx="3848100" cy="4409654"/>
          </a:xfrm>
        </p:spPr>
        <p:txBody>
          <a:bodyPr/>
          <a:lstStyle/>
          <a:p>
            <a:pPr>
              <a:lnSpc>
                <a:spcPts val="1900"/>
              </a:lnSpc>
              <a:spcBef>
                <a:spcPts val="600"/>
              </a:spcBef>
              <a:spcAft>
                <a:spcPts val="600"/>
              </a:spcAft>
            </a:pP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Certa.dev is a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desktop</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application</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that lets users build a personal movie catalogue, discover new films, and receive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recommendations</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based on their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genre</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preferences.</a:t>
            </a: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Users can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search</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for movies and view important details such as cast members, ratings, and release dates.</a:t>
            </a: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The app also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helps</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people organize their collection in one place. </a:t>
            </a: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b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b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By learning what genres each user enjoys, Certa.dev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suggests</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titles</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they are likely to love, making it </a:t>
            </a:r>
            <a:r>
              <a:rPr lang="en-US" sz="17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easier</a:t>
            </a:r>
            <a:r>
              <a:rPr lang="en-US" sz="1700" b="1">
                <a:solidFill>
                  <a:schemeClr val="accent4"/>
                </a:solidFill>
                <a:effectLst>
                  <a:outerShdw blurRad="38100" dist="38100" dir="2700000" algn="tl">
                    <a:srgbClr val="000000">
                      <a:alpha val="43137"/>
                    </a:srgbClr>
                  </a:outerShdw>
                </a:effectLst>
                <a:latin typeface="Yu Gothic UI Light" panose="020B0300000000000000" pitchFamily="34" charset="-128"/>
                <a:ea typeface="Yu Gothic UI Light" panose="020B0300000000000000" pitchFamily="34" charset="-128"/>
              </a:rPr>
              <a:t> to find something great to watch.</a:t>
            </a:r>
          </a:p>
        </p:txBody>
      </p:sp>
      <p:sp>
        <p:nvSpPr>
          <p:cNvPr id="9" name="PlaceHolder 1">
            <a:extLst>
              <a:ext uri="{FF2B5EF4-FFF2-40B4-BE49-F238E27FC236}">
                <a16:creationId xmlns:a16="http://schemas.microsoft.com/office/drawing/2014/main" id="{3486F736-08A2-7FE3-F0BC-AD56064C6939}"/>
              </a:ext>
            </a:extLst>
          </p:cNvPr>
          <p:cNvSpPr txBox="1">
            <a:spLocks/>
          </p:cNvSpPr>
          <p:nvPr/>
        </p:nvSpPr>
        <p:spPr>
          <a:xfrm>
            <a:off x="4362450" y="324271"/>
            <a:ext cx="3607883" cy="850854"/>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600">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OUR MISSION</a:t>
            </a:r>
            <a:endParaRPr lang="fr-FR" sz="3600">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endParaRPr>
          </a:p>
        </p:txBody>
      </p:sp>
      <p:pic>
        <p:nvPicPr>
          <p:cNvPr id="12" name="Picture 11">
            <a:extLst>
              <a:ext uri="{FF2B5EF4-FFF2-40B4-BE49-F238E27FC236}">
                <a16:creationId xmlns:a16="http://schemas.microsoft.com/office/drawing/2014/main" id="{AED4A5EB-443C-64B1-7FDE-5479D9FB4284}"/>
              </a:ext>
            </a:extLst>
          </p:cNvPr>
          <p:cNvPicPr>
            <a:picLocks noChangeAspect="1"/>
          </p:cNvPicPr>
          <p:nvPr/>
        </p:nvPicPr>
        <p:blipFill>
          <a:blip r:embed="rId3"/>
          <a:stretch>
            <a:fillRect/>
          </a:stretch>
        </p:blipFill>
        <p:spPr>
          <a:xfrm>
            <a:off x="4362450" y="1175125"/>
            <a:ext cx="4662707" cy="363855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ECCE-0058-ECE2-79DA-FAF93C139BC6}"/>
            </a:ext>
          </a:extLst>
        </p:cNvPr>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35CA8D93-55BA-EEDD-EBF3-F457F333AD7A}"/>
              </a:ext>
              <a:ext uri="{C183D7F6-B498-43B3-948B-1728B52AA6E4}">
                <adec:decorative xmlns:adec="http://schemas.microsoft.com/office/drawing/2017/decorative" val="1"/>
              </a:ext>
            </a:extLst>
          </p:cNvPr>
          <p:cNvPicPr>
            <a:picLocks noChangeAspect="1"/>
          </p:cNvPicPr>
          <p:nvPr/>
        </p:nvPicPr>
        <p:blipFill rotWithShape="1">
          <a:blip r:embed="rId3" cstate="screen">
            <a:alphaModFix amt="10000"/>
            <a:extLst>
              <a:ext uri="{28A0092B-C50C-407E-A947-70E740481C1C}">
                <a14:useLocalDpi xmlns:a14="http://schemas.microsoft.com/office/drawing/2010/main"/>
              </a:ext>
            </a:extLst>
          </a:blip>
          <a:srcRect/>
          <a:stretch/>
        </p:blipFill>
        <p:spPr>
          <a:xfrm rot="20512754">
            <a:off x="-1718663" y="-2647509"/>
            <a:ext cx="15610056" cy="8779567"/>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sp>
        <p:nvSpPr>
          <p:cNvPr id="4" name="Rectangle 3">
            <a:extLst>
              <a:ext uri="{FF2B5EF4-FFF2-40B4-BE49-F238E27FC236}">
                <a16:creationId xmlns:a16="http://schemas.microsoft.com/office/drawing/2014/main" id="{391770DF-E1FE-F9B0-C4A8-B8011CF55519}"/>
              </a:ext>
            </a:extLst>
          </p:cNvPr>
          <p:cNvSpPr/>
          <p:nvPr/>
        </p:nvSpPr>
        <p:spPr>
          <a:xfrm>
            <a:off x="6567049" y="1260452"/>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0C6770C-32F0-2642-B326-C270218742C5}"/>
              </a:ext>
            </a:extLst>
          </p:cNvPr>
          <p:cNvSpPr/>
          <p:nvPr/>
        </p:nvSpPr>
        <p:spPr>
          <a:xfrm>
            <a:off x="6643806" y="1353446"/>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6F05A5-BC86-552A-042D-3DAD3AAE9A6B}"/>
              </a:ext>
            </a:extLst>
          </p:cNvPr>
          <p:cNvSpPr/>
          <p:nvPr/>
        </p:nvSpPr>
        <p:spPr>
          <a:xfrm>
            <a:off x="3720007" y="3149974"/>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32F06EB-5E93-0951-0D89-B5343DF7994E}"/>
              </a:ext>
            </a:extLst>
          </p:cNvPr>
          <p:cNvSpPr/>
          <p:nvPr/>
        </p:nvSpPr>
        <p:spPr>
          <a:xfrm>
            <a:off x="3796764" y="3242968"/>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79EAFF-6BFD-6B95-C9AD-F3864AF4713F}"/>
              </a:ext>
            </a:extLst>
          </p:cNvPr>
          <p:cNvSpPr/>
          <p:nvPr/>
        </p:nvSpPr>
        <p:spPr>
          <a:xfrm>
            <a:off x="1597144" y="3149974"/>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13EC392-C7C1-FE17-D39C-0AC75504131B}"/>
              </a:ext>
            </a:extLst>
          </p:cNvPr>
          <p:cNvSpPr/>
          <p:nvPr/>
        </p:nvSpPr>
        <p:spPr>
          <a:xfrm>
            <a:off x="1673901" y="3242968"/>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06203E-DE35-0D37-9A58-E79E7B6ECA99}"/>
              </a:ext>
            </a:extLst>
          </p:cNvPr>
          <p:cNvSpPr/>
          <p:nvPr/>
        </p:nvSpPr>
        <p:spPr>
          <a:xfrm>
            <a:off x="823833" y="1266578"/>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48A084-6D51-8923-D041-0B23F2880C2A}"/>
              </a:ext>
            </a:extLst>
          </p:cNvPr>
          <p:cNvSpPr/>
          <p:nvPr/>
        </p:nvSpPr>
        <p:spPr>
          <a:xfrm>
            <a:off x="900590" y="1359572"/>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EC833-9684-FD17-F142-6E68411F5315}"/>
              </a:ext>
            </a:extLst>
          </p:cNvPr>
          <p:cNvSpPr/>
          <p:nvPr/>
        </p:nvSpPr>
        <p:spPr>
          <a:xfrm>
            <a:off x="2752920" y="1260452"/>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A1BD055-E28F-CA81-4E51-AFFD583F6EEE}"/>
              </a:ext>
            </a:extLst>
          </p:cNvPr>
          <p:cNvSpPr/>
          <p:nvPr/>
        </p:nvSpPr>
        <p:spPr>
          <a:xfrm>
            <a:off x="2829677" y="1353446"/>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764027E-25CB-FDE1-E4A0-89EA46294A69}"/>
              </a:ext>
            </a:extLst>
          </p:cNvPr>
          <p:cNvSpPr/>
          <p:nvPr/>
        </p:nvSpPr>
        <p:spPr>
          <a:xfrm>
            <a:off x="4652644" y="1266580"/>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A554DB6-110B-F6FF-8FE8-5FB4C838716F}"/>
              </a:ext>
            </a:extLst>
          </p:cNvPr>
          <p:cNvSpPr/>
          <p:nvPr/>
        </p:nvSpPr>
        <p:spPr>
          <a:xfrm>
            <a:off x="4736742" y="1353446"/>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3">
            <a:extLst>
              <a:ext uri="{FF2B5EF4-FFF2-40B4-BE49-F238E27FC236}">
                <a16:creationId xmlns:a16="http://schemas.microsoft.com/office/drawing/2014/main" id="{E2E1A49B-2017-60D8-15EF-212DE709CA68}"/>
              </a:ext>
            </a:extLst>
          </p:cNvPr>
          <p:cNvSpPr/>
          <p:nvPr/>
        </p:nvSpPr>
        <p:spPr>
          <a:xfrm>
            <a:off x="1003364" y="1396634"/>
            <a:ext cx="1061912" cy="1193783"/>
          </a:xfrm>
          <a:custGeom>
            <a:avLst/>
            <a:gdLst/>
            <a:ahLst/>
            <a:cxnLst/>
            <a:rect l="l" t="t" r="r" b="b"/>
            <a:pathLst>
              <a:path w="1635377" h="1838463">
                <a:moveTo>
                  <a:pt x="0" y="0"/>
                </a:moveTo>
                <a:lnTo>
                  <a:pt x="1635378" y="0"/>
                </a:lnTo>
                <a:lnTo>
                  <a:pt x="1635378" y="1838463"/>
                </a:lnTo>
                <a:lnTo>
                  <a:pt x="0" y="1838463"/>
                </a:lnTo>
                <a:lnTo>
                  <a:pt x="0" y="0"/>
                </a:lnTo>
                <a:close/>
              </a:path>
            </a:pathLst>
          </a:custGeom>
          <a:blipFill>
            <a:blip r:embed="rId4"/>
            <a:stretch>
              <a:fillRect/>
            </a:stretch>
          </a:blipFill>
        </p:spPr>
        <p:txBody>
          <a:bodyPr/>
          <a:lstStyle/>
          <a:p>
            <a:endParaRPr lang="en-US"/>
          </a:p>
        </p:txBody>
      </p:sp>
      <p:sp>
        <p:nvSpPr>
          <p:cNvPr id="22" name="Freeform 15">
            <a:extLst>
              <a:ext uri="{FF2B5EF4-FFF2-40B4-BE49-F238E27FC236}">
                <a16:creationId xmlns:a16="http://schemas.microsoft.com/office/drawing/2014/main" id="{4177C6D8-ACA7-7FAD-DA81-E94849B34F39}"/>
              </a:ext>
            </a:extLst>
          </p:cNvPr>
          <p:cNvSpPr/>
          <p:nvPr/>
        </p:nvSpPr>
        <p:spPr>
          <a:xfrm>
            <a:off x="2894447" y="1576463"/>
            <a:ext cx="1150620" cy="821871"/>
          </a:xfrm>
          <a:custGeom>
            <a:avLst/>
            <a:gdLst/>
            <a:ahLst/>
            <a:cxnLst/>
            <a:rect l="l" t="t" r="r" b="b"/>
            <a:pathLst>
              <a:path w="1703382" h="1216702">
                <a:moveTo>
                  <a:pt x="0" y="0"/>
                </a:moveTo>
                <a:lnTo>
                  <a:pt x="1703383" y="0"/>
                </a:lnTo>
                <a:lnTo>
                  <a:pt x="1703383" y="1216702"/>
                </a:lnTo>
                <a:lnTo>
                  <a:pt x="0" y="1216702"/>
                </a:lnTo>
                <a:lnTo>
                  <a:pt x="0" y="0"/>
                </a:lnTo>
                <a:close/>
              </a:path>
            </a:pathLst>
          </a:custGeom>
          <a:blipFill>
            <a:blip r:embed="rId5"/>
            <a:stretch>
              <a:fillRect/>
            </a:stretch>
          </a:blipFill>
        </p:spPr>
        <p:txBody>
          <a:bodyPr/>
          <a:lstStyle/>
          <a:p>
            <a:endParaRPr lang="en-US"/>
          </a:p>
        </p:txBody>
      </p:sp>
      <p:sp>
        <p:nvSpPr>
          <p:cNvPr id="26" name="Freeform 18">
            <a:extLst>
              <a:ext uri="{FF2B5EF4-FFF2-40B4-BE49-F238E27FC236}">
                <a16:creationId xmlns:a16="http://schemas.microsoft.com/office/drawing/2014/main" id="{696B172A-6023-D924-FCF2-ED640B6A4A68}"/>
              </a:ext>
            </a:extLst>
          </p:cNvPr>
          <p:cNvSpPr/>
          <p:nvPr/>
        </p:nvSpPr>
        <p:spPr>
          <a:xfrm>
            <a:off x="4711489" y="1328193"/>
            <a:ext cx="1330666" cy="1330666"/>
          </a:xfrm>
          <a:custGeom>
            <a:avLst/>
            <a:gdLst/>
            <a:ahLst/>
            <a:cxnLst/>
            <a:rect l="l" t="t" r="r" b="b"/>
            <a:pathLst>
              <a:path w="2846341" h="2846341">
                <a:moveTo>
                  <a:pt x="0" y="0"/>
                </a:moveTo>
                <a:lnTo>
                  <a:pt x="2846342" y="0"/>
                </a:lnTo>
                <a:lnTo>
                  <a:pt x="2846342" y="2846341"/>
                </a:lnTo>
                <a:lnTo>
                  <a:pt x="0" y="2846341"/>
                </a:lnTo>
                <a:lnTo>
                  <a:pt x="0" y="0"/>
                </a:lnTo>
                <a:close/>
              </a:path>
            </a:pathLst>
          </a:custGeom>
          <a:blipFill>
            <a:blip r:embed="rId6"/>
            <a:stretch>
              <a:fillRect/>
            </a:stretch>
          </a:blipFill>
        </p:spPr>
        <p:txBody>
          <a:bodyPr/>
          <a:lstStyle/>
          <a:p>
            <a:endParaRPr lang="en-US"/>
          </a:p>
        </p:txBody>
      </p:sp>
      <p:sp>
        <p:nvSpPr>
          <p:cNvPr id="30" name="PlaceHolder 1">
            <a:extLst>
              <a:ext uri="{FF2B5EF4-FFF2-40B4-BE49-F238E27FC236}">
                <a16:creationId xmlns:a16="http://schemas.microsoft.com/office/drawing/2014/main" id="{8CC1939E-CB40-6273-D20F-256E809AD9F5}"/>
              </a:ext>
            </a:extLst>
          </p:cNvPr>
          <p:cNvSpPr txBox="1">
            <a:spLocks/>
          </p:cNvSpPr>
          <p:nvPr/>
        </p:nvSpPr>
        <p:spPr>
          <a:xfrm>
            <a:off x="823833" y="324271"/>
            <a:ext cx="3607883" cy="850854"/>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600">
                <a:solidFill>
                  <a:schemeClr val="accent3"/>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rPr>
              <a:t>TECH STACK</a:t>
            </a:r>
            <a:endParaRPr lang="fr-FR" sz="3600">
              <a:solidFill>
                <a:schemeClr val="accent3"/>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endParaRPr>
          </a:p>
        </p:txBody>
      </p:sp>
      <p:sp>
        <p:nvSpPr>
          <p:cNvPr id="34" name="Rectangle 33">
            <a:extLst>
              <a:ext uri="{FF2B5EF4-FFF2-40B4-BE49-F238E27FC236}">
                <a16:creationId xmlns:a16="http://schemas.microsoft.com/office/drawing/2014/main" id="{93B83766-7901-A144-DD3F-9BC17FEC5C14}"/>
              </a:ext>
            </a:extLst>
          </p:cNvPr>
          <p:cNvSpPr/>
          <p:nvPr/>
        </p:nvSpPr>
        <p:spPr>
          <a:xfrm>
            <a:off x="5842871" y="3149974"/>
            <a:ext cx="1448356" cy="1453896"/>
          </a:xfrm>
          <a:prstGeom prst="rect">
            <a:avLst/>
          </a:prstGeom>
          <a:solidFill>
            <a:srgbClr val="090909"/>
          </a:solidFill>
          <a:ln w="19050">
            <a:solidFill>
              <a:srgbClr val="AE1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26AF391-FD83-3AC6-988A-CC0AB24A3FDC}"/>
              </a:ext>
            </a:extLst>
          </p:cNvPr>
          <p:cNvSpPr/>
          <p:nvPr/>
        </p:nvSpPr>
        <p:spPr>
          <a:xfrm>
            <a:off x="5919628" y="3242968"/>
            <a:ext cx="1280160" cy="1280160"/>
          </a:xfrm>
          <a:prstGeom prst="rect">
            <a:avLst/>
          </a:prstGeom>
          <a:solidFill>
            <a:srgbClr val="292A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Sqlite logo - free Icon PNG, SVG">
            <a:extLst>
              <a:ext uri="{FF2B5EF4-FFF2-40B4-BE49-F238E27FC236}">
                <a16:creationId xmlns:a16="http://schemas.microsoft.com/office/drawing/2014/main" id="{C51D3A40-3475-57AB-7054-27BFF1134B06}"/>
              </a:ext>
            </a:extLst>
          </p:cNvPr>
          <p:cNvPicPr>
            <a:picLocks noChangeAspect="1"/>
          </p:cNvPicPr>
          <p:nvPr/>
        </p:nvPicPr>
        <p:blipFill>
          <a:blip r:embed="rId7"/>
          <a:stretch>
            <a:fillRect/>
          </a:stretch>
        </p:blipFill>
        <p:spPr>
          <a:xfrm>
            <a:off x="6700114" y="1430665"/>
            <a:ext cx="1202941" cy="1202941"/>
          </a:xfrm>
          <a:prstGeom prst="rect">
            <a:avLst/>
          </a:prstGeom>
        </p:spPr>
      </p:pic>
      <p:sp>
        <p:nvSpPr>
          <p:cNvPr id="38" name="Freeform 22">
            <a:extLst>
              <a:ext uri="{FF2B5EF4-FFF2-40B4-BE49-F238E27FC236}">
                <a16:creationId xmlns:a16="http://schemas.microsoft.com/office/drawing/2014/main" id="{E90365ED-3A7D-B0B0-8EE6-1039CE791A0B}"/>
              </a:ext>
            </a:extLst>
          </p:cNvPr>
          <p:cNvSpPr/>
          <p:nvPr/>
        </p:nvSpPr>
        <p:spPr>
          <a:xfrm>
            <a:off x="3941137" y="3348776"/>
            <a:ext cx="1006096" cy="1024128"/>
          </a:xfrm>
          <a:custGeom>
            <a:avLst/>
            <a:gdLst/>
            <a:ahLst/>
            <a:cxnLst/>
            <a:rect l="l" t="t" r="r" b="b"/>
            <a:pathLst>
              <a:path w="1529278" h="1616146">
                <a:moveTo>
                  <a:pt x="0" y="0"/>
                </a:moveTo>
                <a:lnTo>
                  <a:pt x="1529278" y="0"/>
                </a:lnTo>
                <a:lnTo>
                  <a:pt x="1529278" y="1616145"/>
                </a:lnTo>
                <a:lnTo>
                  <a:pt x="0" y="1616145"/>
                </a:lnTo>
                <a:lnTo>
                  <a:pt x="0" y="0"/>
                </a:lnTo>
                <a:close/>
              </a:path>
            </a:pathLst>
          </a:custGeom>
          <a:blipFill>
            <a:blip r:embed="rId8"/>
            <a:stretch>
              <a:fillRect/>
            </a:stretch>
          </a:blipFill>
        </p:spPr>
        <p:txBody>
          <a:bodyPr/>
          <a:lstStyle/>
          <a:p>
            <a:endParaRPr lang="en-US"/>
          </a:p>
        </p:txBody>
      </p:sp>
      <p:sp>
        <p:nvSpPr>
          <p:cNvPr id="40" name="Oval 39">
            <a:extLst>
              <a:ext uri="{FF2B5EF4-FFF2-40B4-BE49-F238E27FC236}">
                <a16:creationId xmlns:a16="http://schemas.microsoft.com/office/drawing/2014/main" id="{4918ED67-E273-AAD4-1C0A-3AB149F83339}"/>
              </a:ext>
            </a:extLst>
          </p:cNvPr>
          <p:cNvSpPr/>
          <p:nvPr/>
        </p:nvSpPr>
        <p:spPr>
          <a:xfrm>
            <a:off x="6016902" y="3400425"/>
            <a:ext cx="1069698" cy="1027490"/>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20">
            <a:extLst>
              <a:ext uri="{FF2B5EF4-FFF2-40B4-BE49-F238E27FC236}">
                <a16:creationId xmlns:a16="http://schemas.microsoft.com/office/drawing/2014/main" id="{B09F0F01-496D-144F-5E86-4C6DA7AF5A40}"/>
              </a:ext>
            </a:extLst>
          </p:cNvPr>
          <p:cNvSpPr/>
          <p:nvPr/>
        </p:nvSpPr>
        <p:spPr>
          <a:xfrm>
            <a:off x="5835530" y="3194693"/>
            <a:ext cx="1448356" cy="1431362"/>
          </a:xfrm>
          <a:custGeom>
            <a:avLst/>
            <a:gdLst/>
            <a:ahLst/>
            <a:cxnLst/>
            <a:rect l="l" t="t" r="r" b="b"/>
            <a:pathLst>
              <a:path w="2055766" h="2055766">
                <a:moveTo>
                  <a:pt x="0" y="0"/>
                </a:moveTo>
                <a:lnTo>
                  <a:pt x="2055765" y="0"/>
                </a:lnTo>
                <a:lnTo>
                  <a:pt x="2055765" y="2055766"/>
                </a:lnTo>
                <a:lnTo>
                  <a:pt x="0" y="2055766"/>
                </a:lnTo>
                <a:lnTo>
                  <a:pt x="0" y="0"/>
                </a:lnTo>
                <a:close/>
              </a:path>
            </a:pathLst>
          </a:custGeom>
          <a:blipFill>
            <a:blip r:embed="rId9"/>
            <a:stretch>
              <a:fillRect/>
            </a:stretch>
          </a:blipFill>
        </p:spPr>
        <p:txBody>
          <a:bodyPr/>
          <a:lstStyle/>
          <a:p>
            <a:endParaRPr lang="en-US"/>
          </a:p>
        </p:txBody>
      </p:sp>
      <p:pic>
        <p:nvPicPr>
          <p:cNvPr id="41" name="Picture 40" descr="CLion komerční licence pro organizace | SW.CZ">
            <a:extLst>
              <a:ext uri="{FF2B5EF4-FFF2-40B4-BE49-F238E27FC236}">
                <a16:creationId xmlns:a16="http://schemas.microsoft.com/office/drawing/2014/main" id="{949C6396-0556-15DD-3056-840D20B40AFC}"/>
              </a:ext>
            </a:extLst>
          </p:cNvPr>
          <p:cNvPicPr>
            <a:picLocks noChangeAspect="1"/>
          </p:cNvPicPr>
          <p:nvPr/>
        </p:nvPicPr>
        <p:blipFill rotWithShape="1">
          <a:blip r:embed="rId10"/>
          <a:srcRect l="29012" t="28068" r="27994" b="28937"/>
          <a:stretch>
            <a:fillRect/>
          </a:stretch>
        </p:blipFill>
        <p:spPr>
          <a:xfrm>
            <a:off x="1634951" y="3194693"/>
            <a:ext cx="1364452" cy="1364452"/>
          </a:xfrm>
          <a:prstGeom prst="rect">
            <a:avLst/>
          </a:prstGeom>
        </p:spPr>
      </p:pic>
    </p:spTree>
    <p:extLst>
      <p:ext uri="{BB962C8B-B14F-4D97-AF65-F5344CB8AC3E}">
        <p14:creationId xmlns:p14="http://schemas.microsoft.com/office/powerpoint/2010/main" val="16285357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8">
            <a:extLst>
              <a:ext uri="{FF2B5EF4-FFF2-40B4-BE49-F238E27FC236}">
                <a16:creationId xmlns:a16="http://schemas.microsoft.com/office/drawing/2014/main" id="{D8BAF894-63E8-18B4-92F4-3166240CBE48}"/>
              </a:ext>
              <a:ext uri="{C183D7F6-B498-43B3-948B-1728B52AA6E4}">
                <adec:decorative xmlns:adec="http://schemas.microsoft.com/office/drawing/2017/decorative" val="1"/>
              </a:ext>
            </a:extLst>
          </p:cNvPr>
          <p:cNvPicPr>
            <a:picLocks noChangeAspect="1"/>
          </p:cNvPicPr>
          <p:nvPr/>
        </p:nvPicPr>
        <p:blipFill rotWithShape="1">
          <a:blip r:embed="rId2" cstate="screen">
            <a:alphaModFix amt="10000"/>
            <a:extLst>
              <a:ext uri="{28A0092B-C50C-407E-A947-70E740481C1C}">
                <a14:useLocalDpi xmlns:a14="http://schemas.microsoft.com/office/drawing/2010/main"/>
              </a:ext>
            </a:extLst>
          </a:blip>
          <a:srcRect/>
          <a:stretch/>
        </p:blipFill>
        <p:spPr>
          <a:xfrm>
            <a:off x="-1238250" y="0"/>
            <a:ext cx="11148192" cy="6270080"/>
          </a:xfrm>
          <a:custGeom>
            <a:avLst/>
            <a:gdLst>
              <a:gd name="connsiteX0" fmla="*/ 0 w 12201250"/>
              <a:gd name="connsiteY0" fmla="*/ 0 h 6862352"/>
              <a:gd name="connsiteX1" fmla="*/ 11376796 w 12201250"/>
              <a:gd name="connsiteY1" fmla="*/ 0 h 6862352"/>
              <a:gd name="connsiteX2" fmla="*/ 12201249 w 12201250"/>
              <a:gd name="connsiteY2" fmla="*/ 824452 h 6862352"/>
              <a:gd name="connsiteX3" fmla="*/ 12201249 w 12201250"/>
              <a:gd name="connsiteY3" fmla="*/ 0 h 6862352"/>
              <a:gd name="connsiteX4" fmla="*/ 12201250 w 12201250"/>
              <a:gd name="connsiteY4" fmla="*/ 0 h 6862352"/>
              <a:gd name="connsiteX5" fmla="*/ 12201250 w 12201250"/>
              <a:gd name="connsiteY5" fmla="*/ 6862352 h 6862352"/>
              <a:gd name="connsiteX6" fmla="*/ 839512 w 12201250"/>
              <a:gd name="connsiteY6" fmla="*/ 6862352 h 6862352"/>
              <a:gd name="connsiteX7" fmla="*/ 9249 w 12201250"/>
              <a:gd name="connsiteY7" fmla="*/ 6032090 h 6862352"/>
              <a:gd name="connsiteX8" fmla="*/ 9249 w 12201250"/>
              <a:gd name="connsiteY8" fmla="*/ 6862352 h 6862352"/>
              <a:gd name="connsiteX9" fmla="*/ 0 w 12201250"/>
              <a:gd name="connsiteY9" fmla="*/ 6862352 h 686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250" h="6862352">
                <a:moveTo>
                  <a:pt x="0" y="0"/>
                </a:moveTo>
                <a:lnTo>
                  <a:pt x="11376796" y="0"/>
                </a:lnTo>
                <a:lnTo>
                  <a:pt x="12201249" y="824452"/>
                </a:lnTo>
                <a:lnTo>
                  <a:pt x="12201249" y="0"/>
                </a:lnTo>
                <a:lnTo>
                  <a:pt x="12201250" y="0"/>
                </a:lnTo>
                <a:lnTo>
                  <a:pt x="12201250" y="6862352"/>
                </a:lnTo>
                <a:lnTo>
                  <a:pt x="839512" y="6862352"/>
                </a:lnTo>
                <a:lnTo>
                  <a:pt x="9249" y="6032090"/>
                </a:lnTo>
                <a:lnTo>
                  <a:pt x="9249" y="6862352"/>
                </a:lnTo>
                <a:lnTo>
                  <a:pt x="0" y="6862352"/>
                </a:lnTo>
                <a:close/>
              </a:path>
            </a:pathLst>
          </a:custGeom>
          <a:noFill/>
        </p:spPr>
      </p:pic>
      <p:sp>
        <p:nvSpPr>
          <p:cNvPr id="7" name="TextBox 6">
            <a:extLst>
              <a:ext uri="{FF2B5EF4-FFF2-40B4-BE49-F238E27FC236}">
                <a16:creationId xmlns:a16="http://schemas.microsoft.com/office/drawing/2014/main" id="{314CB275-E58B-DE5F-984D-3D5BE12FDC98}"/>
              </a:ext>
            </a:extLst>
          </p:cNvPr>
          <p:cNvSpPr txBox="1"/>
          <p:nvPr/>
        </p:nvSpPr>
        <p:spPr>
          <a:xfrm>
            <a:off x="1387858" y="1509921"/>
            <a:ext cx="5895975" cy="2123658"/>
          </a:xfrm>
          <a:prstGeom prst="rect">
            <a:avLst/>
          </a:prstGeom>
          <a:noFill/>
        </p:spPr>
        <p:txBody>
          <a:bodyPr wrap="square" rtlCol="0">
            <a:spAutoFit/>
          </a:bodyPr>
          <a:lstStyle/>
          <a:p>
            <a:pPr algn="ctr">
              <a:spcBef>
                <a:spcPct val="0"/>
              </a:spcBef>
              <a:tabLst>
                <a:tab pos="0" algn="l"/>
              </a:tabLst>
            </a:pPr>
            <a:r>
              <a:rPr lang="en-US" sz="6600" b="1">
                <a:solidFill>
                  <a:srgbClr val="D71F1F"/>
                </a:soli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mj-cs"/>
              </a:rPr>
              <a:t>LET’S START THE DEMO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209</TotalTime>
  <Words>129</Words>
  <Application>Microsoft Office PowerPoint</Application>
  <PresentationFormat>On-screen Show (16:9)</PresentationFormat>
  <Paragraphs>18</Paragraphs>
  <Slides>6</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vt:i4>
      </vt:variant>
    </vt:vector>
  </HeadingPairs>
  <TitlesOfParts>
    <vt:vector size="16" baseType="lpstr">
      <vt:lpstr>Yu Gothic UI</vt:lpstr>
      <vt:lpstr>Yu Gothic UI Light</vt:lpstr>
      <vt:lpstr>Aptos</vt:lpstr>
      <vt:lpstr>Arial</vt:lpstr>
      <vt:lpstr>Inter Tight</vt:lpstr>
      <vt:lpstr>OpenSymbol</vt:lpstr>
      <vt:lpstr>Symbol</vt:lpstr>
      <vt:lpstr>Wingdings</vt:lpstr>
      <vt:lpstr>Project Roadmaps by Slidesgo</vt:lpstr>
      <vt:lpstr>Project Roadmaps by Slidesgo</vt:lpstr>
      <vt:lpstr>PowerPoint Presentation</vt:lpstr>
      <vt:lpstr>PowerPoint Presentation</vt:lpstr>
      <vt:lpstr>INTRODUCTION</vt:lpstr>
      <vt:lpstr>Certa.dev is a desktop application that lets users build a personal movie catalogue, discover new films, and receive recommendations based on their genre preferences.  Users can search for movies and view important details such as cast members, ratings, and release dates.  The app also helps people organize their collection in one place.   By learning what genres each user enjoys, Certa.dev suggests titles they are likely to love, making it easier to find something great to watch.</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Vsevolod Bolotov</cp:lastModifiedBy>
  <cp:revision>1</cp:revision>
  <dcterms:modified xsi:type="dcterms:W3CDTF">2026-05-13T18:34:26Z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2026-05-13T15:02:53Z</dcterms:created>
  <dc:creator>Unknown Creator</dc:creator>
  <dc:description/>
  <dc:language>en-US</dc:language>
  <cp:lastModifiedBy>Unknown Creator</cp:lastModifiedBy>
  <dcterms:modified xsi:type="dcterms:W3CDTF">2026-05-13T15:02:53Z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